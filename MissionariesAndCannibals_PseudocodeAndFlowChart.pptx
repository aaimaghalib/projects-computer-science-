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5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5EA4A-8291-46AF-A9FE-6AD78F640F1A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BB90F-747D-49E8-AB23-35C12E79B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BB90F-747D-49E8-AB23-35C12E79B7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65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7BE58E50-EA2C-45B7-A77E-C22814B3980C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35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CB16-EAFC-45A2-AFCC-386AB6EEB1D8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1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2D9F-F5E8-437C-856D-997C20F10679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7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77BAE-4661-4E24-AB87-D2FF6438FAE2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9ACC-3762-4EC8-B86A-B0DF0ED5FE09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4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6787-D6B5-4965-B6F5-E1D4203C2B13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5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A-7539-4346-8A33-6F72E31F4BEE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7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A010-1FCB-4088-BB6E-3C168F317214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37BF-0365-4D2A-BFFC-E6C6FA41499B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26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E486-6E9D-4B61-82C3-B7C8E1D26931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4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74DEC-9769-4251-B644-923A9951ED74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812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5CF69-4835-4027-9D74-F9CEC2BE9170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044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3685-3E24-4DAC-A0A4-343F12A2CF48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00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9F983-3160-43EC-AB12-347E4D74169E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118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BAD0-A360-475A-88CC-57BA8BE72A31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92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7500-2AEA-480A-BD33-6EA09EC42511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222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D31-AD0A-4949-9A64-47B4CBC90778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0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30121A-C311-41B2-B93E-2AD7A4CA5853}" type="datetime1">
              <a:rPr lang="en-US" smtClean="0"/>
              <a:t>6/21/2023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54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Missionaries And </a:t>
            </a:r>
            <a:r>
              <a:rPr lang="en-US" dirty="0" err="1" smtClean="0"/>
              <a:t>Cannibals_Flow</a:t>
            </a:r>
            <a:r>
              <a:rPr lang="en-US" dirty="0" smtClean="0"/>
              <a:t> Chart and </a:t>
            </a:r>
            <a:r>
              <a:rPr lang="en-US" dirty="0" err="1" smtClean="0"/>
              <a:t>Pseudocode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to: dr. </a:t>
            </a:r>
            <a:r>
              <a:rPr lang="en-US" dirty="0" err="1" smtClean="0"/>
              <a:t>nadeem</a:t>
            </a:r>
            <a:r>
              <a:rPr lang="en-US" dirty="0" smtClean="0"/>
              <a:t> </a:t>
            </a:r>
            <a:r>
              <a:rPr lang="en-US" dirty="0" err="1" smtClean="0"/>
              <a:t>ashraf</a:t>
            </a:r>
            <a:endParaRPr lang="en-US" dirty="0" smtClean="0"/>
          </a:p>
          <a:p>
            <a:r>
              <a:rPr lang="en-US" dirty="0" smtClean="0"/>
              <a:t>Presented by: </a:t>
            </a:r>
            <a:r>
              <a:rPr lang="en-US" dirty="0" err="1" smtClean="0"/>
              <a:t>aaima</a:t>
            </a:r>
            <a:r>
              <a:rPr lang="en-US" dirty="0" smtClean="0"/>
              <a:t> </a:t>
            </a:r>
            <a:r>
              <a:rPr lang="en-US" dirty="0" err="1" smtClean="0"/>
              <a:t>ghalib</a:t>
            </a:r>
            <a:r>
              <a:rPr lang="en-US" dirty="0" smtClean="0"/>
              <a:t>; Roll # S2023266115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7254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FlowChart</a:t>
            </a:r>
            <a:endParaRPr lang="en-US" dirty="0" smtClean="0"/>
          </a:p>
          <a:p>
            <a:r>
              <a:rPr lang="en-US" dirty="0" err="1"/>
              <a:t>Pseudocode</a:t>
            </a:r>
            <a:r>
              <a:rPr lang="en-US" dirty="0"/>
              <a:t>-Main </a:t>
            </a:r>
            <a:r>
              <a:rPr lang="en-US" dirty="0" smtClean="0"/>
              <a:t>Function</a:t>
            </a:r>
          </a:p>
          <a:p>
            <a:r>
              <a:rPr lang="en-US" dirty="0"/>
              <a:t>Game State, Game Instructions and Current Game </a:t>
            </a:r>
            <a:r>
              <a:rPr lang="en-US" dirty="0" smtClean="0"/>
              <a:t>State</a:t>
            </a:r>
          </a:p>
          <a:p>
            <a:r>
              <a:rPr lang="en-US" dirty="0"/>
              <a:t>Functions: </a:t>
            </a:r>
            <a:r>
              <a:rPr lang="en-US" dirty="0" err="1"/>
              <a:t>check_game_over</a:t>
            </a:r>
            <a:r>
              <a:rPr lang="en-US" dirty="0"/>
              <a:t>() and action</a:t>
            </a:r>
            <a:r>
              <a:rPr lang="en-US" dirty="0" smtClean="0"/>
              <a:t>()</a:t>
            </a:r>
          </a:p>
          <a:p>
            <a:r>
              <a:rPr lang="en-US" dirty="0"/>
              <a:t>Function: Updated Game State</a:t>
            </a:r>
            <a:r>
              <a:rPr lang="en-US" dirty="0" smtClean="0"/>
              <a:t>()</a:t>
            </a:r>
          </a:p>
          <a:p>
            <a:r>
              <a:rPr lang="en-US" dirty="0"/>
              <a:t>Function: </a:t>
            </a:r>
            <a:r>
              <a:rPr lang="en-US" dirty="0" err="1"/>
              <a:t>is_action_valid</a:t>
            </a:r>
            <a:r>
              <a:rPr lang="en-US" dirty="0"/>
              <a:t>(action)- </a:t>
            </a:r>
            <a:r>
              <a:rPr lang="en-US" dirty="0" smtClean="0"/>
              <a:t>I</a:t>
            </a:r>
          </a:p>
          <a:p>
            <a:r>
              <a:rPr lang="en-US" dirty="0"/>
              <a:t>Function: </a:t>
            </a:r>
            <a:r>
              <a:rPr lang="en-US" dirty="0" err="1"/>
              <a:t>is_action_valid</a:t>
            </a:r>
            <a:r>
              <a:rPr lang="en-US" dirty="0"/>
              <a:t>(action)- </a:t>
            </a:r>
            <a:r>
              <a:rPr lang="en-US" dirty="0" smtClean="0"/>
              <a:t>II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5966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Flowchart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50006" y="2661254"/>
            <a:ext cx="5133282" cy="3559241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34470" y="2808129"/>
            <a:ext cx="5446667" cy="351539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3913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Pseudocode</a:t>
            </a:r>
            <a:r>
              <a:rPr lang="en-US" dirty="0" smtClean="0"/>
              <a:t>-Main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70" y="2387600"/>
            <a:ext cx="11140226" cy="3948806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69276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State, Game Instructions and Current Game State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792" y="2421228"/>
            <a:ext cx="11140225" cy="401820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51559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Functions: </a:t>
            </a:r>
            <a:r>
              <a:rPr lang="en-US" dirty="0" err="1" smtClean="0"/>
              <a:t>check_game_over</a:t>
            </a:r>
            <a:r>
              <a:rPr lang="en-US" dirty="0" smtClean="0"/>
              <a:t>() and action()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307" y="2603500"/>
            <a:ext cx="10985679" cy="359123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7017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Function: Updated Game State()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792" y="2653048"/>
            <a:ext cx="11127346" cy="381214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4983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Function: </a:t>
            </a:r>
            <a:r>
              <a:rPr lang="en-US" dirty="0" err="1" smtClean="0"/>
              <a:t>is_action_valid</a:t>
            </a:r>
            <a:r>
              <a:rPr lang="en-US" dirty="0" smtClean="0"/>
              <a:t>(action)- 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154" y="2462782"/>
            <a:ext cx="11165983" cy="412476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78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Function: </a:t>
            </a:r>
            <a:r>
              <a:rPr lang="en-US" dirty="0" err="1"/>
              <a:t>is_action_valid</a:t>
            </a:r>
            <a:r>
              <a:rPr lang="en-US" dirty="0"/>
              <a:t>(action)- </a:t>
            </a:r>
            <a:r>
              <a:rPr lang="en-US" dirty="0" smtClean="0"/>
              <a:t>II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49" y="2640169"/>
            <a:ext cx="11088710" cy="383790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2354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767" y="3154362"/>
            <a:ext cx="9156878" cy="23145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65066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197</TotalTime>
  <Words>104</Words>
  <Application>Microsoft Office PowerPoint</Application>
  <PresentationFormat>Widescreen</PresentationFormat>
  <Paragraphs>29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 Boardroom</vt:lpstr>
      <vt:lpstr>Missionaries And Cannibals_Flow Chart and Pseudocode</vt:lpstr>
      <vt:lpstr>Contents</vt:lpstr>
      <vt:lpstr>Flowchart</vt:lpstr>
      <vt:lpstr>Pseudocode-Main Function</vt:lpstr>
      <vt:lpstr>Game State, Game Instructions and Current Game State</vt:lpstr>
      <vt:lpstr>Functions: check_game_over() and action()</vt:lpstr>
      <vt:lpstr>Function: Updated Game State()</vt:lpstr>
      <vt:lpstr>Function: is_action_valid(action)- I</vt:lpstr>
      <vt:lpstr>Function: is_action_valid(action)- II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KDS</dc:creator>
  <cp:lastModifiedBy>KDS</cp:lastModifiedBy>
  <cp:revision>19</cp:revision>
  <dcterms:created xsi:type="dcterms:W3CDTF">2023-06-21T09:10:59Z</dcterms:created>
  <dcterms:modified xsi:type="dcterms:W3CDTF">2023-06-21T12:28:32Z</dcterms:modified>
</cp:coreProperties>
</file>