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6" r:id="rId3"/>
    <p:sldId id="260" r:id="rId4"/>
    <p:sldId id="257" r:id="rId5"/>
    <p:sldId id="258" r:id="rId6"/>
    <p:sldId id="259" r:id="rId7"/>
    <p:sldId id="261" r:id="rId8"/>
    <p:sldId id="262" r:id="rId9"/>
    <p:sldId id="264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C437B5-4671-CA07-0D8E-16E5059B24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36AC19-C8E8-5E21-9C20-7F7160B126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DF8F6-0DD2-4EAB-B95C-39AC8639E64D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9BEB38-4664-A826-4F48-882C0777C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21FD46-D3C8-A2BB-2184-F09979CF49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CA33C-3495-4AE3-970A-27421EC4E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378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AC4AB-7A3A-42B2-8C78-B414198E262A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50F253-14B4-4BAA-8AFB-7C46297DF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813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C0D1DB8-8604-4EDB-98D5-EC7DA8B0C819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69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250-DCB5-4367-AA17-DBBEE0940B5C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571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609A-F2A4-4496-BB9D-4B4ACBCC59E5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592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DD9A1-C1C4-4B58-9AC5-585EE651CB7A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582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84CAA-89A3-4104-BDA4-2B65997A4A42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12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5FCC7-0A88-4A42-87FD-BDB3C9FA5BA7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42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22D42-471C-496C-8769-C0C67974E621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40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E7709-509C-4B0E-82EB-ED955F0F5866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95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C0625-8884-432B-AB48-8A8551290430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08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31933-AE67-4CD5-8144-F88638188E3E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784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22AD7-95BE-4E0B-8982-A0A2B58D8BF3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457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3BD6E-3622-4397-8AD4-DBBBACAEA586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673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8EA85-1CEF-4C90-B7D9-2DD1D79A6A6A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99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D4A4-4F7D-41CC-8120-E92F70482B92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038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2A69F-F78A-4FCC-93DA-28AF408BD15A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450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640E2-A2FE-4D4C-9B2A-FBEA17908438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501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778F-9A1E-4515-9568-2CDBFB6BE34D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58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FAC7939-A4D2-49E2-B512-9F01566B0D95}" type="datetime1">
              <a:rPr lang="en-US" smtClean="0"/>
              <a:t>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170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D5E66-AB42-139B-47AE-2F9704005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To-Do List Project</a:t>
            </a:r>
            <a:br>
              <a:rPr lang="en-US" dirty="0"/>
            </a:br>
            <a:r>
              <a:rPr lang="en-US" b="1" dirty="0"/>
              <a:t>Title</a:t>
            </a:r>
            <a:r>
              <a:rPr lang="en-US" dirty="0"/>
              <a:t>: </a:t>
            </a:r>
            <a:r>
              <a:rPr lang="en-US" sz="4000" dirty="0"/>
              <a:t>"Efficient Task Management with To-Do Lists“</a:t>
            </a:r>
            <a:br>
              <a:rPr lang="en-US" sz="4000" dirty="0"/>
            </a:br>
            <a:r>
              <a:rPr lang="en" sz="4000" dirty="0">
                <a:solidFill>
                  <a:schemeClr val="bg1"/>
                </a:solidFill>
                <a:latin typeface="Trebuchet MS"/>
                <a:ea typeface="Trebuchet MS"/>
                <a:cs typeface="Trebuchet MS"/>
                <a:sym typeface="Trebuchet MS"/>
              </a:rPr>
              <a:t>Instructor: MUZAHIR SALEEM 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59647-F169-C9ED-06B4-6E19B8E7BB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Presenter Name</a:t>
            </a:r>
            <a:r>
              <a:rPr lang="en-US" dirty="0"/>
              <a:t>: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787F66-2C4A-4BDE-2A94-19E827EE0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77394"/>
              </p:ext>
            </p:extLst>
          </p:nvPr>
        </p:nvGraphicFramePr>
        <p:xfrm>
          <a:off x="1154955" y="5208090"/>
          <a:ext cx="8761413" cy="813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1413">
                  <a:extLst>
                    <a:ext uri="{9D8B030D-6E8A-4147-A177-3AD203B41FA5}">
                      <a16:colId xmlns:a16="http://schemas.microsoft.com/office/drawing/2014/main" val="21798023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</a:pPr>
                      <a:r>
                        <a:rPr lang="en-US" sz="1400" dirty="0">
                          <a:effectLst/>
                        </a:rPr>
                        <a:t>                                      </a:t>
                      </a:r>
                      <a:r>
                        <a:rPr lang="en-US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AAIMA GHALIB (S2023266115)</a:t>
                      </a:r>
                      <a:br>
                        <a:rPr lang="en-US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</a:br>
                      <a:r>
                        <a:rPr lang="en-US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                       CH. M. HASHIR (F2022065252)</a:t>
                      </a:r>
                      <a:endParaRPr lang="en-US" sz="24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30516157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DE6A8-4351-795C-98A0-9F8727E1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15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A81A-F5F4-8B8D-FA3F-D17CE0BD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57147-E6C6-3FC1-1696-77C6EE664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Chaos of starting a new project</a:t>
            </a:r>
            <a:endParaRPr lang="en-US" dirty="0"/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Abstract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Technological overview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System Design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Main Window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Task Dashboard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Conclusion And Future  Prospects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DFBAB-5656-5BA2-1D09-D3314DF4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54244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4AE84D-BC6E-8755-A90E-86B56A8FB1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7267" y="474624"/>
            <a:ext cx="9021452" cy="6383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0216CD-ED94-F411-013A-0AB1998DAC37}"/>
              </a:ext>
            </a:extLst>
          </p:cNvPr>
          <p:cNvSpPr txBox="1"/>
          <p:nvPr/>
        </p:nvSpPr>
        <p:spPr>
          <a:xfrm>
            <a:off x="980387" y="3659642"/>
            <a:ext cx="314855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/>
              <a:t>What can we do with</a:t>
            </a:r>
          </a:p>
          <a:p>
            <a:r>
              <a:rPr lang="en-US" sz="1900" dirty="0"/>
              <a:t>this?</a:t>
            </a:r>
          </a:p>
          <a:p>
            <a:r>
              <a:rPr lang="en-US" sz="1900" dirty="0"/>
              <a:t>There are many programs for time management which can help us.</a:t>
            </a:r>
          </a:p>
          <a:p>
            <a:r>
              <a:rPr lang="en-US" sz="1900" dirty="0"/>
              <a:t>We choose </a:t>
            </a:r>
            <a:r>
              <a:rPr lang="en-US" sz="1900" dirty="0" err="1"/>
              <a:t>ToDoList</a:t>
            </a:r>
            <a:r>
              <a:rPr lang="en-US" sz="1900" dirty="0"/>
              <a:t> because it has an extra simple user interface and free open source license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AE1FF4-AA9F-C706-4B7A-1A890896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D15CA-30C1-FE1E-1D8F-C8ED8E6E6D05}"/>
              </a:ext>
            </a:extLst>
          </p:cNvPr>
          <p:cNvSpPr txBox="1"/>
          <p:nvPr/>
        </p:nvSpPr>
        <p:spPr>
          <a:xfrm>
            <a:off x="867267" y="532027"/>
            <a:ext cx="7918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Chaos of starting a new project:</a:t>
            </a:r>
          </a:p>
        </p:txBody>
      </p:sp>
    </p:spTree>
    <p:extLst>
      <p:ext uri="{BB962C8B-B14F-4D97-AF65-F5344CB8AC3E}">
        <p14:creationId xmlns:p14="http://schemas.microsoft.com/office/powerpoint/2010/main" val="1707755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5E569-0AE9-F8AF-0B05-B2659956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D0314-07ED-267A-66DC-DF5AA13E4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The 'To-Do List Website Using Web Technologies' project showcases a modern web-based application designed to simplify daily task management. By utilizing technologies such as HTML, CSS, JavaScript, BOOTSTRAP, PHP, and SQL, it offers a user-centric platform for creating, editing, organizing, and tracking tasks.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D0C2D-60C9-A087-DA03-A94FC08DF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91014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5F48F-697B-D60F-8864-7137E68A9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EBFA3-48CF-DFCA-D326-CC162787B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Purpose: Provide a streamlined, user-friendly solution to enhance personal productivity.</a:t>
            </a:r>
          </a:p>
          <a:p>
            <a:endParaRPr lang="en-US" sz="2000" dirty="0"/>
          </a:p>
          <a:p>
            <a:r>
              <a:rPr lang="en-US" sz="2000" dirty="0"/>
              <a:t>Key Objectives:</a:t>
            </a:r>
          </a:p>
          <a:p>
            <a:r>
              <a:rPr lang="en-US" sz="2000" dirty="0"/>
              <a:t>- Enable effective task management with CRUD operations.</a:t>
            </a:r>
          </a:p>
          <a:p>
            <a:r>
              <a:rPr lang="en-US" sz="2000" dirty="0"/>
              <a:t>- Offer a responsive, intuitive interface for users.</a:t>
            </a:r>
          </a:p>
          <a:p>
            <a:r>
              <a:rPr lang="en-US" sz="2000" dirty="0"/>
              <a:t>- Ensure data security through secure user authentication.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FBBE1-6922-798F-821F-95AE43F7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695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D23A5-2C1A-7AE8-E133-CAA68476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Technological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9C1FE-C2E3-63CA-714D-DBF46EB3C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Frontend Framework:</a:t>
            </a:r>
          </a:p>
          <a:p>
            <a:r>
              <a:rPr lang="en-US" dirty="0"/>
              <a:t>- HTML: Structure and task organization.</a:t>
            </a:r>
          </a:p>
          <a:p>
            <a:r>
              <a:rPr lang="en-US" dirty="0"/>
              <a:t>- CSS: Design, responsiveness, and layout optimizations.</a:t>
            </a:r>
          </a:p>
          <a:p>
            <a:r>
              <a:rPr lang="en-US" dirty="0"/>
              <a:t>- JavaScript &amp; jQuery: Interactivity and dynamic validation.</a:t>
            </a:r>
          </a:p>
          <a:p>
            <a:endParaRPr lang="en-US" dirty="0"/>
          </a:p>
          <a:p>
            <a:r>
              <a:rPr lang="en-US" dirty="0"/>
              <a:t>Backend Framework:</a:t>
            </a:r>
          </a:p>
          <a:p>
            <a:r>
              <a:rPr lang="en-US" dirty="0"/>
              <a:t>- PHP: Server-side logic and data operations.</a:t>
            </a:r>
          </a:p>
          <a:p>
            <a:r>
              <a:rPr lang="en-US" dirty="0"/>
              <a:t>- SQL: Structured data storage.</a:t>
            </a:r>
          </a:p>
          <a:p>
            <a:r>
              <a:rPr lang="en-US" dirty="0"/>
              <a:t>- AJAX: Real-time interaction and minimal server load.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1AC4D-26FB-0FF3-5CD6-6827C36D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43494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6640-6AC9-1A37-7ABD-5160C9E0E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60885-7ABE-489C-2303-65A91A1F4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Core Architecture:</a:t>
            </a:r>
          </a:p>
          <a:p>
            <a:r>
              <a:rPr lang="en-US" dirty="0"/>
              <a:t>- Frontend Layer: Interactive UI created with HTML, CSS, and JavaScript.</a:t>
            </a:r>
          </a:p>
          <a:p>
            <a:r>
              <a:rPr lang="en-US" dirty="0"/>
              <a:t>- Backend Layer: Secure and efficient data processing through PHP.</a:t>
            </a:r>
          </a:p>
          <a:p>
            <a:r>
              <a:rPr lang="en-US" dirty="0"/>
              <a:t>- Database Layer: Structured data storage using SQL.</a:t>
            </a:r>
          </a:p>
          <a:p>
            <a:endParaRPr lang="en-US" dirty="0"/>
          </a:p>
          <a:p>
            <a:r>
              <a:rPr lang="en-US" dirty="0"/>
              <a:t>Operational Flow:</a:t>
            </a:r>
          </a:p>
          <a:p>
            <a:r>
              <a:rPr lang="en-US" dirty="0"/>
              <a:t>- User registration/login for personalized access.</a:t>
            </a:r>
          </a:p>
          <a:p>
            <a:r>
              <a:rPr lang="en-US" dirty="0"/>
              <a:t>- Task management with CRUD functionalities.</a:t>
            </a:r>
          </a:p>
          <a:p>
            <a:r>
              <a:rPr lang="en-US" dirty="0"/>
              <a:t>- Dynamic updates rendered through AJAX calls.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9BCAC-C907-4555-FA91-DEF46B53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015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E8F7-7BD4-8B49-852F-4D38FB1C9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WINDOW: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2A8C16-5835-3AA5-1CED-284F1EA31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45" r="1207" b="5683"/>
          <a:stretch/>
        </p:blipFill>
        <p:spPr bwMode="auto">
          <a:xfrm>
            <a:off x="857840" y="2319258"/>
            <a:ext cx="9841584" cy="45257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2FE51-47EB-4F1D-64F7-91B07207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61914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1B203-2E11-6198-C8D3-8C4F8B2D7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DASHBOARD: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C8471A-A92D-EAFC-DC8A-CC2BD8A63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" t="14170" r="2294" b="6173"/>
          <a:stretch/>
        </p:blipFill>
        <p:spPr bwMode="auto">
          <a:xfrm>
            <a:off x="1020423" y="2234153"/>
            <a:ext cx="9897454" cy="455314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875BF6-8C7A-4CD8-ABEC-CAF2C7FCB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449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57467-87C6-27EC-03F5-6B4CA810B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Prospects: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31118-D446-4AEA-03D6-805CFB67F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The To-Do List Website demonstrates the power of integrating web technologies to meet everyday organizational needs. Future upgrades include:</a:t>
            </a:r>
          </a:p>
          <a:p>
            <a:r>
              <a:rPr lang="en-US" sz="2800" dirty="0"/>
              <a:t>- Task reminders and push notifications.</a:t>
            </a:r>
          </a:p>
          <a:p>
            <a:r>
              <a:rPr lang="en-US" sz="2800" dirty="0"/>
              <a:t>- Strengthened data security measures.</a:t>
            </a:r>
          </a:p>
          <a:p>
            <a:r>
              <a:rPr lang="en-US" sz="2800" dirty="0"/>
              <a:t>- Enhanced customization and interactivity.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05A3B-D959-AEC5-59B1-B3C7F5FF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57620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49BD-6459-03B3-B45C-1AE80D57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you, Everyone! for your time and consideration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F22F8D-2F1D-CD01-DE08-10A28BBE78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5132" y="2603500"/>
            <a:ext cx="5490394" cy="39056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D257B1-FF62-7709-3CAD-3A1484F4F9AA}"/>
              </a:ext>
            </a:extLst>
          </p:cNvPr>
          <p:cNvSpPr txBox="1"/>
          <p:nvPr/>
        </p:nvSpPr>
        <p:spPr>
          <a:xfrm>
            <a:off x="551638" y="2149326"/>
            <a:ext cx="8761413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As well said by someone:</a:t>
            </a:r>
          </a:p>
          <a:p>
            <a:pPr algn="l">
              <a:spcAft>
                <a:spcPts val="300"/>
              </a:spcAft>
            </a:pP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“We must use time as a tool, not as a couch.” ...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8B544E-4390-DBB9-89DE-3DFC0DA15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266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164</TotalTime>
  <Words>434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Century Gothic</vt:lpstr>
      <vt:lpstr>Google Sans</vt:lpstr>
      <vt:lpstr>Trebuchet MS</vt:lpstr>
      <vt:lpstr>Wingdings 3</vt:lpstr>
      <vt:lpstr>Ion Boardroom</vt:lpstr>
      <vt:lpstr>To-Do List Project Title: "Efficient Task Management with To-Do Lists“ Instructor: MUZAHIR SALEEM </vt:lpstr>
      <vt:lpstr>Table of Contents:</vt:lpstr>
      <vt:lpstr>PowerPoint Presentation</vt:lpstr>
      <vt:lpstr>Abstract:</vt:lpstr>
      <vt:lpstr>INTRODUCTION:</vt:lpstr>
      <vt:lpstr>Technological Overview:</vt:lpstr>
      <vt:lpstr>System Design:</vt:lpstr>
      <vt:lpstr>MAIN WINDOW:</vt:lpstr>
      <vt:lpstr>TASK DASHBOARD:</vt:lpstr>
      <vt:lpstr>Conclusion and Future Prospects:</vt:lpstr>
      <vt:lpstr>Thank you, Everyone! for your time and consideration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Aaima Ghalib</dc:creator>
  <cp:lastModifiedBy>Aaima Ghalib</cp:lastModifiedBy>
  <cp:revision>2</cp:revision>
  <dcterms:created xsi:type="dcterms:W3CDTF">2025-01-24T17:09:10Z</dcterms:created>
  <dcterms:modified xsi:type="dcterms:W3CDTF">2025-01-27T20:51:37Z</dcterms:modified>
</cp:coreProperties>
</file>